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7" r:id="rId9"/>
    <p:sldId id="261" r:id="rId10"/>
    <p:sldId id="262" r:id="rId11"/>
    <p:sldId id="263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7171"/>
    <a:srgbClr val="808080"/>
    <a:srgbClr val="FFFF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37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audio" Target="file:///G:\go\school%20files\ringrong.mp3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audio" Target="file:///G:\go\school%20files\Boing.mp3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audio" Target="file:///C:\Users\Hala\Documents\Sound%20recordings\Recording%20(3).m4a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file:///G:\go\school%20files\gboy.mp3" TargetMode="External"/><Relationship Id="rId7" Type="http://schemas.openxmlformats.org/officeDocument/2006/relationships/image" Target="../media/image6.png"/><Relationship Id="rId2" Type="http://schemas.openxmlformats.org/officeDocument/2006/relationships/audio" Target="file:///C:\Users\Hala\Documents\Sound%20recordings\Recording%20(5).m4a" TargetMode="External"/><Relationship Id="rId1" Type="http://schemas.openxmlformats.org/officeDocument/2006/relationships/audio" Target="file:///C:\Users\Hala\Documents\Sound%20recordings\Recording%20(4).m4a" TargetMode="Externa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video" Target="file:///G:\go\school%20files\pirate.MP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u="sng" dirty="0" smtClean="0">
                <a:latin typeface="Jokerman" pitchFamily="82" charset="0"/>
              </a:rPr>
              <a:t>-</a:t>
            </a:r>
            <a:r>
              <a:rPr lang="en-GB" u="sng" dirty="0" err="1" smtClean="0">
                <a:latin typeface="Jokerman" pitchFamily="82" charset="0"/>
              </a:rPr>
              <a:t>ous</a:t>
            </a:r>
            <a:endParaRPr lang="en-GB" u="sng" dirty="0">
              <a:latin typeface="Jokerman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 smtClean="0">
                <a:solidFill>
                  <a:schemeClr val="tx1"/>
                </a:solidFill>
                <a:latin typeface="SimSun" pitchFamily="2" charset="-122"/>
                <a:ea typeface="SimSun" pitchFamily="2" charset="-122"/>
              </a:rPr>
              <a:t>A SUFFIX TO DESCRIBE “FULL OF</a:t>
            </a:r>
            <a:r>
              <a:rPr lang="en-GB" dirty="0" smtClean="0">
                <a:solidFill>
                  <a:schemeClr val="tx1"/>
                </a:solidFill>
                <a:latin typeface="SimSun" pitchFamily="2" charset="-122"/>
                <a:ea typeface="SimSun" pitchFamily="2" charset="-122"/>
              </a:rPr>
              <a:t>”</a:t>
            </a:r>
          </a:p>
          <a:p>
            <a:r>
              <a:rPr lang="en-GB" sz="2000" dirty="0" smtClean="0">
                <a:solidFill>
                  <a:schemeClr val="tx1"/>
                </a:solidFill>
                <a:latin typeface="SimSun" pitchFamily="2" charset="-122"/>
                <a:ea typeface="SimSun" pitchFamily="2" charset="-122"/>
              </a:rPr>
              <a:t>With PAST SIMPLE!</a:t>
            </a:r>
            <a:endParaRPr lang="en-GB" sz="2000" dirty="0" smtClean="0">
              <a:solidFill>
                <a:schemeClr val="tx1"/>
              </a:solidFill>
              <a:latin typeface="SimSun" pitchFamily="2" charset="-122"/>
              <a:ea typeface="SimSun" pitchFamily="2" charset="-122"/>
            </a:endParaRPr>
          </a:p>
          <a:p>
            <a:r>
              <a:rPr lang="en-GB" sz="800" dirty="0" err="1" smtClean="0">
                <a:solidFill>
                  <a:srgbClr val="717171"/>
                </a:solidFill>
                <a:latin typeface="SimSun" pitchFamily="2" charset="-122"/>
                <a:ea typeface="SimSun" pitchFamily="2" charset="-122"/>
              </a:rPr>
              <a:t>Ameer</a:t>
            </a:r>
            <a:r>
              <a:rPr lang="en-GB" sz="800" dirty="0" smtClean="0">
                <a:solidFill>
                  <a:srgbClr val="717171"/>
                </a:solidFill>
                <a:latin typeface="SimSun" pitchFamily="2" charset="-122"/>
                <a:ea typeface="SimSun" pitchFamily="2" charset="-122"/>
              </a:rPr>
              <a:t> </a:t>
            </a:r>
            <a:r>
              <a:rPr lang="en-GB" sz="800" dirty="0" smtClean="0">
                <a:solidFill>
                  <a:srgbClr val="717171"/>
                </a:solidFill>
                <a:latin typeface="SimSun" pitchFamily="2" charset="-122"/>
                <a:ea typeface="SimSun" pitchFamily="2" charset="-122"/>
              </a:rPr>
              <a:t>wee</a:t>
            </a:r>
            <a:endParaRPr lang="en-GB" sz="800" dirty="0">
              <a:solidFill>
                <a:srgbClr val="717171"/>
              </a:solidFill>
              <a:latin typeface="SimSun" pitchFamily="2" charset="-122"/>
              <a:ea typeface="SimSun" pitchFamily="2" charset="-122"/>
            </a:endParaRPr>
          </a:p>
        </p:txBody>
      </p:sp>
    </p:spTree>
  </p:cSld>
  <p:clrMapOvr>
    <a:masterClrMapping/>
  </p:clrMapOvr>
  <p:transition spd="slow">
    <p:randomBar/>
    <p:sndAc>
      <p:stSnd>
        <p:snd r:embed="rId2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4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55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660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660" tmFilter="0, 0; 0.125,0.2665; 0.25,0.4; 0.375,0.465; 0.5,0.5;  0.625,0.535; 0.75,0.6; 0.875,0.7335; 1,1">
                                          <p:stCondLst>
                                            <p:cond delay="166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30" tmFilter="0, 0; 0.125,0.2665; 0.25,0.4; 0.375,0.465; 0.5,0.5;  0.625,0.535; 0.75,0.6; 0.875,0.7335; 1,1">
                                          <p:stCondLst>
                                            <p:cond delay="331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10" tmFilter="0, 0; 0.125,0.2665; 0.25,0.4; 0.375,0.465; 0.5,0.5;  0.625,0.535; 0.75,0.6; 0.875,0.7335; 1,1">
                                          <p:stCondLst>
                                            <p:cond delay="41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65">
                                          <p:stCondLst>
                                            <p:cond delay="16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415" decel="50000">
                                          <p:stCondLst>
                                            <p:cond delay="169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65">
                                          <p:stCondLst>
                                            <p:cond delay="328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415" decel="50000">
                                          <p:stCondLst>
                                            <p:cond delay="334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65">
                                          <p:stCondLst>
                                            <p:cond delay="410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415" decel="50000">
                                          <p:stCondLst>
                                            <p:cond delay="417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65">
                                          <p:stCondLst>
                                            <p:cond delay="452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415" decel="50000">
                                          <p:stCondLst>
                                            <p:cond delay="458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4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FD7FF"/>
                                      </p:to>
                                    </p:animClr>
                                    <p:set>
                                      <p:cBhvr>
                                        <p:cTn id="25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box(in)">
                                      <p:cBhvr>
                                        <p:cTn id="29" dur="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-</a:t>
            </a:r>
            <a:r>
              <a:rPr lang="en-GB" dirty="0" err="1" smtClean="0"/>
              <a:t>ous</a:t>
            </a:r>
            <a:r>
              <a:rPr lang="en-GB" dirty="0" smtClean="0"/>
              <a:t>=FULL OF SOMETHING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DANGER&gt;DANGEROUS</a:t>
            </a:r>
          </a:p>
          <a:p>
            <a:r>
              <a:rPr lang="en-GB" dirty="0" smtClean="0"/>
              <a:t>ADVENTURE&gt;ADVENTUROUS </a:t>
            </a:r>
            <a:r>
              <a:rPr lang="en-GB" sz="550" dirty="0" smtClean="0">
                <a:latin typeface="Comic Sans MS" pitchFamily="66" charset="0"/>
              </a:rPr>
              <a:t>doodle</a:t>
            </a:r>
          </a:p>
          <a:p>
            <a:r>
              <a:rPr lang="en-GB" dirty="0" smtClean="0">
                <a:latin typeface="+mj-lt"/>
              </a:rPr>
              <a:t>HIDE&gt;HIDEOUS</a:t>
            </a:r>
            <a:endParaRPr lang="en-GB" dirty="0">
              <a:latin typeface="+mj-lt"/>
            </a:endParaRPr>
          </a:p>
        </p:txBody>
      </p:sp>
      <p:pic>
        <p:nvPicPr>
          <p:cNvPr id="4" name="ringrong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3" cstate="print"/>
          <a:stretch>
            <a:fillRect/>
          </a:stretch>
        </p:blipFill>
        <p:spPr>
          <a:xfrm flipH="1" flipV="1">
            <a:off x="-1295400" y="4114800"/>
            <a:ext cx="76200" cy="76200"/>
          </a:xfrm>
          <a:prstGeom prst="rect">
            <a:avLst/>
          </a:prstGeom>
        </p:spPr>
      </p:pic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2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90000" showWhenStopped="0"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38200" y="2286000"/>
            <a:ext cx="1371600" cy="381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Quiz Time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r>
              <a:rPr lang="en-GB" dirty="0" smtClean="0">
                <a:latin typeface="+mj-lt"/>
              </a:rPr>
              <a:t>Glory</a:t>
            </a:r>
            <a:r>
              <a:rPr lang="en-GB" dirty="0" smtClean="0">
                <a:latin typeface="Impact" pitchFamily="34" charset="0"/>
              </a:rPr>
              <a:t> &gt; __________</a:t>
            </a:r>
          </a:p>
          <a:p>
            <a:r>
              <a:rPr lang="en-GB" dirty="0" smtClean="0">
                <a:latin typeface="Impact" pitchFamily="34" charset="0"/>
              </a:rPr>
              <a:t>MARVEL</a:t>
            </a:r>
            <a:r>
              <a:rPr lang="en-GB" dirty="0" smtClean="0">
                <a:latin typeface="+mj-lt"/>
              </a:rPr>
              <a:t> &gt; _________</a:t>
            </a:r>
          </a:p>
          <a:p>
            <a:r>
              <a:rPr lang="en-GB" dirty="0" smtClean="0">
                <a:latin typeface="+mj-lt"/>
              </a:rPr>
              <a:t>Joy &gt; ______</a:t>
            </a:r>
          </a:p>
          <a:p>
            <a:r>
              <a:rPr lang="en-GB" dirty="0" smtClean="0">
                <a:latin typeface="+mj-lt"/>
              </a:rPr>
              <a:t>Hazard &gt; __________</a:t>
            </a:r>
            <a:endParaRPr lang="en-GB" dirty="0">
              <a:latin typeface="Impact" pitchFamily="34" charset="0"/>
            </a:endParaRPr>
          </a:p>
        </p:txBody>
      </p:sp>
      <p:pic>
        <p:nvPicPr>
          <p:cNvPr id="4" name="Boing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-1600200" y="3810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spd="slow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numSld="999"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38200" y="2286000"/>
            <a:ext cx="1371600" cy="381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Answers!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r>
              <a:rPr lang="en-GB" dirty="0" smtClean="0">
                <a:latin typeface="+mj-lt"/>
              </a:rPr>
              <a:t>Glory</a:t>
            </a:r>
            <a:r>
              <a:rPr lang="en-GB" dirty="0" smtClean="0">
                <a:latin typeface="Impact" pitchFamily="34" charset="0"/>
              </a:rPr>
              <a:t> &gt; </a:t>
            </a:r>
            <a:r>
              <a:rPr lang="en-GB" dirty="0" smtClean="0">
                <a:latin typeface="+mj-lt"/>
              </a:rPr>
              <a:t>Glorious</a:t>
            </a:r>
            <a:endParaRPr lang="en-GB" dirty="0" smtClean="0">
              <a:latin typeface="Impact" pitchFamily="34" charset="0"/>
            </a:endParaRPr>
          </a:p>
          <a:p>
            <a:r>
              <a:rPr lang="en-GB" dirty="0" smtClean="0">
                <a:latin typeface="Impact" pitchFamily="34" charset="0"/>
              </a:rPr>
              <a:t>MARVEL</a:t>
            </a:r>
            <a:r>
              <a:rPr lang="en-GB" dirty="0" smtClean="0">
                <a:latin typeface="+mj-lt"/>
              </a:rPr>
              <a:t> &gt; </a:t>
            </a:r>
            <a:r>
              <a:rPr lang="en-GB" dirty="0" err="1" smtClean="0">
                <a:latin typeface="+mj-lt"/>
              </a:rPr>
              <a:t>Marvelous</a:t>
            </a:r>
            <a:endParaRPr lang="en-GB" dirty="0" smtClean="0">
              <a:latin typeface="+mj-lt"/>
            </a:endParaRPr>
          </a:p>
          <a:p>
            <a:r>
              <a:rPr lang="en-GB" dirty="0" smtClean="0">
                <a:latin typeface="+mj-lt"/>
              </a:rPr>
              <a:t>Joy &gt; Joyous</a:t>
            </a:r>
          </a:p>
          <a:p>
            <a:r>
              <a:rPr lang="en-GB" dirty="0" smtClean="0">
                <a:latin typeface="+mj-lt"/>
              </a:rPr>
              <a:t>Hazard &gt; Hazardous</a:t>
            </a:r>
            <a:endParaRPr lang="en-GB" dirty="0">
              <a:latin typeface="Impact" pitchFamily="34" charset="0"/>
            </a:endParaRPr>
          </a:p>
        </p:txBody>
      </p:sp>
    </p:spTree>
  </p:cSld>
  <p:clrMapOvr>
    <a:masterClrMapping/>
  </p:clrMapOvr>
  <p:transition>
    <p:push dir="r"/>
    <p:sndAc>
      <p:stSnd>
        <p:snd r:embed="rId2" name="click.wav"/>
      </p:stSnd>
    </p:sndAc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-</a:t>
            </a:r>
            <a:r>
              <a:rPr lang="en-GB" dirty="0" err="1" smtClean="0"/>
              <a:t>ous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Means full of stuff</a:t>
            </a:r>
          </a:p>
          <a:p>
            <a:r>
              <a:rPr lang="en-GB" dirty="0" smtClean="0"/>
              <a:t>Is a suffix</a:t>
            </a:r>
            <a:endParaRPr lang="en-GB" dirty="0"/>
          </a:p>
        </p:txBody>
      </p:sp>
    </p:spTree>
  </p:cSld>
  <p:clrMapOvr>
    <a:masterClrMapping/>
  </p:clrMapOvr>
  <p:transition spd="slow">
    <p:fade thruBlk="1"/>
    <p:sndAc>
      <p:stSnd>
        <p:snd r:embed="rId2" name="breeze.wav"/>
      </p:stSnd>
    </p:sndAc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Now for Past Perfect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>
                <a:latin typeface="Papyrus" pitchFamily="66" charset="0"/>
              </a:rPr>
              <a:t>PAST PERFECT=when something </a:t>
            </a:r>
            <a:r>
              <a:rPr lang="en-GB" u="sng" dirty="0" smtClean="0">
                <a:latin typeface="Papyrus" pitchFamily="66" charset="0"/>
              </a:rPr>
              <a:t>had </a:t>
            </a:r>
            <a:r>
              <a:rPr lang="en-GB" dirty="0" smtClean="0">
                <a:latin typeface="Papyrus" pitchFamily="66" charset="0"/>
              </a:rPr>
              <a:t>happened before something else happened </a:t>
            </a:r>
            <a:endParaRPr lang="en-GB" dirty="0">
              <a:latin typeface="Papyrus" pitchFamily="66" charset="0"/>
            </a:endParaRPr>
          </a:p>
        </p:txBody>
      </p:sp>
      <p:pic>
        <p:nvPicPr>
          <p:cNvPr id="4" name="Recording (3).m4a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-304800" y="2667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21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HAD+PAST PARTICIPLE=???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 </a:t>
            </a:r>
            <a:r>
              <a:rPr lang="en-GB" u="sng" dirty="0" smtClean="0"/>
              <a:t>had</a:t>
            </a:r>
            <a:r>
              <a:rPr lang="en-GB" dirty="0" smtClean="0"/>
              <a:t> eaten pizza before I ran to the moon</a:t>
            </a:r>
          </a:p>
          <a:p>
            <a:r>
              <a:rPr lang="en-GB" dirty="0" smtClean="0"/>
              <a:t>She </a:t>
            </a:r>
            <a:r>
              <a:rPr lang="en-GB" u="sng" dirty="0" smtClean="0"/>
              <a:t>had</a:t>
            </a:r>
            <a:r>
              <a:rPr lang="en-GB" dirty="0" smtClean="0"/>
              <a:t> slept so much she turned into a zombie</a:t>
            </a:r>
          </a:p>
          <a:p>
            <a:r>
              <a:rPr lang="en-GB" dirty="0" smtClean="0"/>
              <a:t>They </a:t>
            </a:r>
            <a:r>
              <a:rPr lang="en-GB" u="sng" dirty="0" smtClean="0"/>
              <a:t>had</a:t>
            </a:r>
            <a:r>
              <a:rPr lang="en-GB" dirty="0" smtClean="0"/>
              <a:t> finished homework, but then the dog ate it. RIP.</a:t>
            </a:r>
            <a:endParaRPr lang="en-GB" dirty="0"/>
          </a:p>
        </p:txBody>
      </p:sp>
    </p:spTree>
  </p:cSld>
  <p:clrMapOvr>
    <a:masterClrMapping/>
  </p:clrMapOvr>
  <p:transition>
    <p:fade thruBlk="1"/>
    <p:sndAc>
      <p:stSnd>
        <p:snd r:embed="rId2" name="las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750"/>
                            </p:stCondLst>
                            <p:childTnLst>
                              <p:par>
                                <p:cTn id="11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750"/>
                            </p:stCondLst>
                            <p:childTnLst>
                              <p:par>
                                <p:cTn id="16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750"/>
                            </p:stCondLst>
                            <p:childTnLst>
                              <p:par>
                                <p:cTn id="21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Which one is past perfect?</a:t>
            </a:r>
            <a:endParaRPr lang="en-GB" dirty="0"/>
          </a:p>
        </p:txBody>
      </p:sp>
      <p:pic>
        <p:nvPicPr>
          <p:cNvPr id="4" name="Recording (4).m4a">
            <a:hlinkClick r:id="" action="ppaction://media"/>
          </p:cNvPr>
          <p:cNvPicPr>
            <a:picLocks noGrp="1" noRot="1" noChangeAspect="1"/>
          </p:cNvPicPr>
          <p:nvPr>
            <p:ph idx="1"/>
            <a:audioFile r:link="rId1"/>
          </p:nvPr>
        </p:nvPicPr>
        <p:blipFill>
          <a:blip r:embed="rId5" cstate="print"/>
          <a:stretch>
            <a:fillRect/>
          </a:stretch>
        </p:blipFill>
        <p:spPr>
          <a:xfrm>
            <a:off x="-762000" y="31242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1371600"/>
            <a:ext cx="838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UcParenR"/>
            </a:pPr>
            <a:r>
              <a:rPr lang="en-GB" dirty="0" smtClean="0"/>
              <a:t>I eat pizza yesterday</a:t>
            </a:r>
          </a:p>
          <a:p>
            <a:pPr marL="342900" indent="-342900">
              <a:buAutoNum type="alphaUcParenR"/>
            </a:pPr>
            <a:r>
              <a:rPr lang="en-GB" dirty="0" smtClean="0"/>
              <a:t>I had eaten pizza before I ran to the moon</a:t>
            </a:r>
          </a:p>
          <a:p>
            <a:pPr marL="342900" indent="-342900">
              <a:buAutoNum type="alphaUcParenR"/>
            </a:pPr>
            <a:r>
              <a:rPr lang="en-GB" dirty="0" smtClean="0"/>
              <a:t>Pizza had eaten me</a:t>
            </a:r>
            <a:endParaRPr lang="en-GB" dirty="0"/>
          </a:p>
        </p:txBody>
      </p:sp>
      <p:pic>
        <p:nvPicPr>
          <p:cNvPr id="8" name="Recording (5).m4a">
            <a:hlinkClick r:id="" action="ppaction://media"/>
          </p:cNvPr>
          <p:cNvPicPr>
            <a:picLocks noRot="1" noChangeAspect="1"/>
          </p:cNvPicPr>
          <p:nvPr>
            <a:audioFile r:link="rId2"/>
          </p:nvPr>
        </p:nvPicPr>
        <p:blipFill>
          <a:blip r:embed="rId6" cstate="print"/>
          <a:stretch>
            <a:fillRect/>
          </a:stretch>
        </p:blipFill>
        <p:spPr>
          <a:xfrm>
            <a:off x="457200" y="1447800"/>
            <a:ext cx="304800" cy="304800"/>
          </a:xfrm>
          <a:prstGeom prst="rect">
            <a:avLst/>
          </a:prstGeom>
        </p:spPr>
      </p:pic>
      <p:pic>
        <p:nvPicPr>
          <p:cNvPr id="9" name="Recording (5).m4a">
            <a:hlinkClick r:id="" action="ppaction://media"/>
          </p:cNvPr>
          <p:cNvPicPr>
            <a:picLocks noRot="1" noChangeAspect="1"/>
          </p:cNvPicPr>
          <p:nvPr>
            <a:audioFile r:link="rId2"/>
          </p:nvPr>
        </p:nvPicPr>
        <p:blipFill>
          <a:blip r:embed="rId6" cstate="print"/>
          <a:stretch>
            <a:fillRect/>
          </a:stretch>
        </p:blipFill>
        <p:spPr>
          <a:xfrm>
            <a:off x="457200" y="1981200"/>
            <a:ext cx="304800" cy="304800"/>
          </a:xfrm>
          <a:prstGeom prst="rect">
            <a:avLst/>
          </a:prstGeom>
        </p:spPr>
      </p:pic>
      <p:pic>
        <p:nvPicPr>
          <p:cNvPr id="11" name="gboy.mp3">
            <a:hlinkClick r:id="" action="ppaction://media"/>
          </p:cNvPr>
          <p:cNvPicPr>
            <a:picLocks noRot="1" noChangeAspect="1"/>
          </p:cNvPicPr>
          <p:nvPr>
            <a:audioFile r:link="rId3"/>
          </p:nvPr>
        </p:nvPicPr>
        <p:blipFill>
          <a:blip r:embed="rId7" cstate="print"/>
          <a:stretch>
            <a:fillRect/>
          </a:stretch>
        </p:blipFill>
        <p:spPr>
          <a:xfrm>
            <a:off x="457200" y="1752600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1" dur="1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2" dur="1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3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4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5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audio>
              <p:cMediaNode showWhenStopped="0">
                <p:cTn id="21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audio>
              <p:cMediaNode showWhenStopped="0">
                <p:cTn id="2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2" dur="3562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audio>
              <p:cMediaNode showWhenStopped="0">
                <p:cTn id="3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Papyrus" pitchFamily="66" charset="0"/>
              </a:rPr>
              <a:t>Thank You</a:t>
            </a:r>
            <a:endParaRPr lang="en-GB" dirty="0">
              <a:latin typeface="Papyru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The </a:t>
            </a:r>
            <a:r>
              <a:rPr lang="en-GB" dirty="0" err="1" smtClean="0"/>
              <a:t>SlideShow</a:t>
            </a:r>
            <a:r>
              <a:rPr lang="en-GB" dirty="0" smtClean="0"/>
              <a:t> has ended. Please click Space Bar.</a:t>
            </a:r>
            <a:endParaRPr lang="en-GB" dirty="0"/>
          </a:p>
        </p:txBody>
      </p:sp>
    </p:spTree>
  </p:cSld>
  <p:clrMapOvr>
    <a:masterClrMapping/>
  </p:clrMapOvr>
  <p:transition spd="slow">
    <p:pull dir="d"/>
    <p:sndAc>
      <p:stSnd>
        <p:snd r:embed="rId2" name="applause.wav"/>
      </p:stSnd>
    </p:sndAc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End of slideshow, click to exit.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0" y="228600"/>
            <a:ext cx="9144000" cy="662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End of slideshow, click to exit.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0" y="228600"/>
            <a:ext cx="9144000" cy="662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5486400" y="3124200"/>
            <a:ext cx="3200400" cy="3048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Windows                      -              X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8001000" y="3200400"/>
            <a:ext cx="228600" cy="152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5486400" y="3429000"/>
            <a:ext cx="3200400" cy="18288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 smtClean="0">
                <a:solidFill>
                  <a:schemeClr val="bg1"/>
                </a:solidFill>
              </a:rPr>
              <a:t>Squeak </a:t>
            </a:r>
            <a:r>
              <a:rPr lang="en-GB" dirty="0" err="1" smtClean="0">
                <a:solidFill>
                  <a:schemeClr val="bg1"/>
                </a:solidFill>
              </a:rPr>
              <a:t>Squeak</a:t>
            </a:r>
            <a:r>
              <a:rPr lang="en-GB" dirty="0" smtClean="0">
                <a:solidFill>
                  <a:schemeClr val="bg1"/>
                </a:solidFill>
              </a:rPr>
              <a:t>!</a:t>
            </a:r>
          </a:p>
          <a:p>
            <a:pPr algn="ctr"/>
            <a:endParaRPr lang="en-GB" dirty="0" smtClean="0">
              <a:solidFill>
                <a:schemeClr val="bg1"/>
              </a:solidFill>
            </a:endParaRPr>
          </a:p>
          <a:p>
            <a:pPr algn="ctr"/>
            <a:endParaRPr lang="en-GB" dirty="0" smtClean="0">
              <a:solidFill>
                <a:schemeClr val="bg1"/>
              </a:solidFill>
            </a:endParaRPr>
          </a:p>
          <a:p>
            <a:pPr algn="ctr"/>
            <a:endParaRPr lang="en-GB" dirty="0" smtClean="0">
              <a:solidFill>
                <a:schemeClr val="bg1"/>
              </a:solidFill>
            </a:endParaRPr>
          </a:p>
          <a:p>
            <a:pPr algn="ctr"/>
            <a:endParaRPr lang="en-GB" dirty="0" smtClean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629400" y="4876800"/>
            <a:ext cx="990600" cy="3048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bg1"/>
                </a:solidFill>
              </a:rPr>
              <a:t>Pardon</a:t>
            </a:r>
            <a:endParaRPr lang="en-GB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End of slideshow, click to exit.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0" y="228600"/>
            <a:ext cx="9144000" cy="662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You wouldn’t want to exit               </a:t>
            </a:r>
            <a:r>
              <a:rPr lang="en-GB" dirty="0" err="1" smtClean="0"/>
              <a:t>eeeeeeeeeeeeeee</a:t>
            </a:r>
            <a:endParaRPr lang="en-GB" dirty="0"/>
          </a:p>
        </p:txBody>
      </p:sp>
      <p:pic>
        <p:nvPicPr>
          <p:cNvPr id="7" name="pirate.MP4">
            <a:hlinkClick r:id="" action="ppaction://media"/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4800600" y="1981200"/>
            <a:ext cx="3048000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19200" y="1219200"/>
            <a:ext cx="7627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VIRUS</a:t>
            </a:r>
          </a:p>
          <a:p>
            <a:r>
              <a:rPr lang="en-GB" dirty="0" smtClean="0">
                <a:solidFill>
                  <a:srgbClr val="FF0000"/>
                </a:solidFill>
              </a:rPr>
              <a:t>ALERT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8200" y="2286000"/>
            <a:ext cx="1828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博林可能被</a:t>
            </a:r>
            <a:r>
              <a:rPr lang="ja-JP" altLang="en-US" smtClean="0"/>
              <a:t>被攻陷的</a:t>
            </a:r>
            <a:r>
              <a:rPr lang="zh-CN" altLang="en-US" dirty="0" smtClean="0"/>
              <a:t>，但她今天穿了衬裙，并没有选择塔赫尔</a:t>
            </a:r>
            <a:endParaRPr lang="en-GB" dirty="0"/>
          </a:p>
        </p:txBody>
      </p:sp>
      <p:sp>
        <p:nvSpPr>
          <p:cNvPr id="11" name="Isosceles Triangle 10"/>
          <p:cNvSpPr/>
          <p:nvPr/>
        </p:nvSpPr>
        <p:spPr>
          <a:xfrm>
            <a:off x="2743200" y="1143000"/>
            <a:ext cx="685800" cy="533400"/>
          </a:xfrm>
          <a:prstGeom prst="triangle">
            <a:avLst>
              <a:gd name="adj" fmla="val 53357"/>
            </a:avLst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chemeClr val="bg1"/>
                </a:solidFill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1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vide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7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214</Words>
  <Application>Microsoft Office PowerPoint</Application>
  <PresentationFormat>On-screen Show (4:3)</PresentationFormat>
  <Paragraphs>47</Paragraphs>
  <Slides>12</Slides>
  <Notes>0</Notes>
  <HiddenSlides>0</HiddenSlides>
  <MMClips>8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-ous</vt:lpstr>
      <vt:lpstr>-ous=FULL OF SOMETHING</vt:lpstr>
      <vt:lpstr>Quiz Time</vt:lpstr>
      <vt:lpstr>Answers!</vt:lpstr>
      <vt:lpstr>-ous</vt:lpstr>
      <vt:lpstr>Now for Past Perfect</vt:lpstr>
      <vt:lpstr>HAD+PAST PARTICIPLE=???</vt:lpstr>
      <vt:lpstr>Which one is past perfect?</vt:lpstr>
      <vt:lpstr>Thank You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-ous</dc:title>
  <dc:creator>Hala</dc:creator>
  <cp:lastModifiedBy>Hala</cp:lastModifiedBy>
  <cp:revision>9</cp:revision>
  <dcterms:created xsi:type="dcterms:W3CDTF">2006-08-16T00:00:00Z</dcterms:created>
  <dcterms:modified xsi:type="dcterms:W3CDTF">2025-10-13T16:19:37Z</dcterms:modified>
</cp:coreProperties>
</file>